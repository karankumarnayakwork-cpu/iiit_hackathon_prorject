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 Clarke AI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Intelligence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subtitle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bullet point</a:t>
            </a:r>
          </a:p>
          <a:p>
            <a:pPr lvl="1"/>
            <a:r>
              <a:t>Supporting detail</a:t>
            </a:r>
          </a:p>
          <a:p>
            <a:pPr/>
            <a:r>
              <a:t>Another important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is Eleven?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 to Eleven (El)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Character in Stranger Things</a:t>
            </a:r>
          </a:p>
          <a:p>
            <a:pPr/>
            <a:r>
              <a:t>Born in Hawkins Lab</a:t>
            </a:r>
          </a:p>
          <a:p>
            <a:pPr/>
            <a:r>
              <a:t>Powerful telekinetic 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Escaped from Hawkins Lab</a:t>
            </a:r>
          </a:p>
          <a:p>
            <a:pPr/>
            <a:r>
              <a:t>Taken in by Jim Hopper</a:t>
            </a:r>
          </a:p>
          <a:p>
            <a:pPr/>
            <a:r>
              <a:t>Helps fight supernatural threats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Role in the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Assists in combating threats from Upside Down</a:t>
            </a:r>
          </a:p>
          <a:p>
            <a:pPr/>
            <a:r>
              <a:t>Key figure in defending friends and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Season 3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Grows up and faces teenage issues</a:t>
            </a:r>
          </a:p>
          <a:p>
            <a:pPr/>
            <a:r>
              <a:t>Continues using powers for good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Contribution to the Storyline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Essential character in Stranger Things narrative</a:t>
            </a:r>
          </a:p>
          <a:p>
            <a:pPr/>
            <a:r>
              <a:t>Plays a crucial role in saving the world from Mind Flayer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Eleven's journey highlights themes of friendship, power, and growing up</a:t>
            </a:r>
          </a:p>
          <a:p>
            <a:pPr/>
            <a:r>
              <a:t>Remains an intriguing and significant character throughout the series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data\StrangerThings.pdf (page 0)</a:t>
            </a:r>
          </a:p>
          <a:p>
            <a:pPr/>
            <a:r>
              <a:t>data\StrangerThings.pdf (page 1)</a:t>
            </a:r>
          </a:p>
          <a:p>
            <a:pPr/>
            <a:r>
              <a:t>data\StrangerThings.pdf (page 0)</a:t>
            </a:r>
          </a:p>
          <a:p>
            <a:pPr/>
            <a:r>
              <a:t>data\StrangerThings.pdf (page 0)</a:t>
            </a:r>
          </a:p>
          <a:p>
            <a:pPr/>
            <a:r>
              <a:t>data\StrangerThings.pdf (page 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