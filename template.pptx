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 Clarke AI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Intelligence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subtitle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bullet point</a:t>
            </a:r>
          </a:p>
          <a:p>
            <a:pPr lvl="1"/>
            <a:r>
              <a:t>Supporting detail</a:t>
            </a:r>
          </a:p>
          <a:p>
            <a:pPr/>
            <a:r>
              <a:t>Another important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